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F49D-A4A3-C708-691C-6E13083AC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C27D2-2CD1-8B46-4E6F-0A36816F7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10457-FC37-2F83-80EB-ED6C3565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8AF61-557E-5078-E95F-50D6A862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69494-38DF-A5FE-02C0-98F32A8A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38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5BA1-2131-FBCD-56B0-188DD9A9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AE2C3-27E9-3607-8C22-E6E419979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77B63-36BB-0F53-9C6E-57F6E09C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C7335-6E5F-B622-8466-58F68CF63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5ECA1-A79A-04D4-CDB7-C2D35C8C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0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487F-E8A3-59DD-8D93-40C552401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AE785-A941-5D69-AD2F-BCD64AB34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C3A29-DF79-A9AD-2AA2-2F2C4833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FD80B-4C98-CECE-B46C-08ED4A96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4DE00-150A-9699-91FD-D452E00AD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5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3305-F0BB-8603-1F87-A7055D10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68BE-9687-FEE8-3E34-D877EADF7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09E24-C565-AFED-EE15-B0F8D9CB6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197BF-2D9C-6376-FA68-2C97FC76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5E68C-824D-4BAC-3FF4-F413F2078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19425-5F5E-B19D-8DD9-99C5B652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7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3BA7-2684-F4B9-BACB-DA6D7EC5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86657-8294-5631-0B1E-66135950C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E6B9E-100B-FC83-D296-310EF04A1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E9517-9285-CFD0-7CB2-225902ACB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62483-744E-42B8-AEA0-F2B772136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C176D-1E07-B4BB-AA4F-0AA448CB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BF9C3-614B-FDAF-7A4E-63978A0F2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AFAED-713E-6F75-B72C-87F6A044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3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9408B-2B89-87C3-F54F-2E86ED13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A28778-A44D-A19A-7E1E-0E86FBC7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DD792-B23C-08B4-C4C3-3293611B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26D61-3E57-153C-903E-C8C352BA9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2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BD4C6B-9C4B-287E-7FC9-FED1AB0CA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7B57F6-ED85-44C4-22D6-BCA4682C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E8312-CFFF-82E1-35C8-8291DEE3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8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5834-270C-C421-7080-1FF907F2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0EE4-592A-A233-0DCD-35848BD5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26F1E-7BBC-27AB-7EF9-5941B088D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AE94C-798F-C999-1B71-7F7232AA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F21C2-81C9-05F0-49F5-112884DB3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2CE0E-EC74-0F4C-6FEA-7E6FC2FE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64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FC182-AB5D-FDDD-522F-6A2CDED1D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68DD9-3102-C1AE-93B7-ECAD942D7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177A3-F9BA-5E12-7368-9BF200607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30676-CB8E-822B-86A4-C15952795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D64D3-6ED8-2EA2-581E-D9ADAF8A1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ADDA9-9085-B0DE-45A5-D6668AC7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D832-A191-0D4D-F563-F79E825A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7EB34-8BC4-7714-542D-7C98EBFE3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E80CC-98C6-A959-875C-7BD0BA21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DC1CF-D057-0804-86D2-F8712C9E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88F76-4AC1-1724-442A-DD593B64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8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DAE9E-337D-3C39-B5AB-F7A090964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3F1BE-73B6-2CA5-0155-5B1F134A3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B0DC0-1480-C8A0-ED2C-6F54F4E6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2DEB-3377-CE9D-BD47-CEC0B990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5A941-9A01-E575-76AA-23AE2DCB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3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6F1B5-B4CA-2410-21B2-D8B4196B2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F76C4-D367-0190-2662-6D4E85F29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17923-1416-D740-133B-711EDB91C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2F0E5-AC4B-4A9B-B2F2-E4AAD8F4CDD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01DEF-FC82-E64E-16DB-21B8A0415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85F34-86E8-D785-9B79-236BE9CC1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BCF06-E1F4-4DD8-A9C0-53CA0C782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5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EDCB-9F33-43DD-F5B2-2C8D79136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C1CC1-35B5-51B7-2F10-C6BDD5AD55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3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Belal Waleed Mohammed eldeghidy 2101775</dc:creator>
  <cp:lastModifiedBy>Belal Waleed Mohammed eldeghidy 2101775</cp:lastModifiedBy>
  <cp:revision>1</cp:revision>
  <dcterms:created xsi:type="dcterms:W3CDTF">2025-11-21T16:29:48Z</dcterms:created>
  <dcterms:modified xsi:type="dcterms:W3CDTF">2025-11-21T16:32:02Z</dcterms:modified>
</cp:coreProperties>
</file>